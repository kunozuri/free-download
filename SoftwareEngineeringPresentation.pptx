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1A15-0358-A6D8-D54E-990F40F31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4A1DB-E98C-DD0B-6286-9222FBA52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AB0D0-DCD1-6A57-8103-FDE6BEC2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7904D-08FF-5E77-C149-6B54FC4D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92236-D63E-B10B-BE98-EC2258CB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06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1272-E0DD-1104-57A9-5A29CDB40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29BAB-CF3A-D636-962B-DD56F1A6B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643CA-596F-6EBA-746A-CF69506BE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6993E-054B-4A74-5167-415B35B75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71FE5-5FD6-02A7-9DD4-29B6FE9DC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9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5520-06CA-BFB0-E4C5-25245F7A1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E0802-4E4A-D8E7-7370-A423594FB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FA2B0-372F-2073-8E3A-6A9AD027B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38C29-1560-7111-6E65-ED5EC4C5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C078E-15FE-CB5C-5B1F-154A690B7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93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80011-6449-D81F-D3F8-DCF1D2DB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3089C-2086-7663-9CDA-A44A1C204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98CE5-08DB-5274-A00B-5B08CE7DE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CDA94-A2BE-D719-068E-9C1293948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4FEBC-9F0B-88C7-C6DF-6603A3E7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54A83-A6EF-A698-4A78-D97EF8E2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4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EDAB-B05C-22C8-816F-88D173A1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DD00C-BD74-81A1-5A75-69DE1810A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28D66-CF0E-1F60-6229-AB27A57B1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B2536-88C3-44FB-36C9-92F38A656E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427FD-972F-E2B0-17F1-3A6E10103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1EF6A9-CCAD-143C-8500-48040FBE1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E2632E-84D1-CFC9-5EB0-52224374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AC812B-DFAE-5399-F200-68633F83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86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3AAF-11A0-F97A-EDB5-DD41F4E7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5076F4-8D30-054D-6CCD-A384FCED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192E2-EC37-831C-AB2B-394D443EB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F2927-BF5A-30FB-45B0-241E6C13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13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BDA4B9-A68D-011D-2167-C82C44103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924C6D-0FBB-DC29-F31E-9F131E81E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55BB0-362E-B77F-927C-8CF89974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5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4795D-D892-0FCD-1B9C-372816899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94452-2104-1883-2397-5CD1C9AAA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B2BF9-9BA0-F359-8F32-B8D89256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0A0AC-0864-D642-7E9C-3DE81EA5E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1A6C1-E4CF-CC5F-AFB0-81B465787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FAE48-DC48-5D86-4BC5-F57E34EE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4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6A2F-D7EF-949C-031B-030FB542C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95856-B774-17D1-EE0F-789725EBA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244F1-6A0F-9764-1209-42BEF285E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4ADF6-CE13-3529-D005-A1A70EE7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DBCCC-D336-480F-CBB2-021DB70CE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40835-76C4-1CA9-3377-BAC63E293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13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54A85-0157-B42C-05DF-7B9EB291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3AE13-B982-8E78-7078-2EE6175C6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91769-09FE-1F3B-9A5C-AAC91343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4BA65-E9A8-CB53-696E-066742CE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4AB07-6C3F-C8B5-1F41-1940DA8B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4354EF-42EB-659B-D881-BC562AE92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3648E6-63A8-B101-09DC-0D47FB3EC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D4962-F3C1-4302-548D-D38B464D3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704A3-BD3C-E322-5809-BFF14538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8B1A9-180A-CD57-EE24-923A3ABB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9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BE669B-FF07-B395-809B-729B2F49B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C3F5A-297A-BE42-68EF-6856DA1DE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66B71-08B8-B2CF-7C79-7FAEB6A5D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0EEF3-348C-4F79-AC10-C597B14399F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70CCD-ED34-F246-00EB-8167C484B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FF8AC-7537-79AF-4F0F-B19BC07FA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70797-5EE6-4A78-B3DB-FBB9BE97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28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B955DF-9FBC-7B6E-B728-10A585253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91" t="36338" r="22501" b="1481"/>
          <a:stretch>
            <a:fillRect/>
          </a:stretch>
        </p:blipFill>
        <p:spPr>
          <a:xfrm>
            <a:off x="1555598" y="609600"/>
            <a:ext cx="9080803" cy="789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3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76038-1973-1FB7-4237-75171E8A4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0DBF4D-5588-432F-72AC-006E1B9BB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7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3B2BF-1F9B-5A62-DD58-BE9EF520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A58369-1BE4-AE28-34BB-72CADC61C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09" t="16667" r="12708" b="2592"/>
          <a:stretch>
            <a:fillRect/>
          </a:stretch>
        </p:blipFill>
        <p:spPr>
          <a:xfrm rot="5400000">
            <a:off x="2476501" y="670081"/>
            <a:ext cx="7238999" cy="551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57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4B4C-E74B-9C7B-D9A7-3B5745DBB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E4CAEF-2B73-202B-9BAB-0F878F239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00" t="14284" r="13167" b="7776"/>
          <a:stretch>
            <a:fillRect/>
          </a:stretch>
        </p:blipFill>
        <p:spPr>
          <a:xfrm rot="5400000">
            <a:off x="2727323" y="484488"/>
            <a:ext cx="6737354" cy="600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06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44F0-B58D-20A1-1D77-E8E5B6D47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C1C063-A49E-9033-6F85-981957D5B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29" t="13519" r="13021" b="9444"/>
          <a:stretch>
            <a:fillRect/>
          </a:stretch>
        </p:blipFill>
        <p:spPr>
          <a:xfrm rot="5400000">
            <a:off x="2717800" y="937278"/>
            <a:ext cx="6756400" cy="498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5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6F9B-4E52-324F-1FBA-69822ED25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1331A4-6743-2C4F-067A-37FAAEA1C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21852" r="12812" b="2222"/>
          <a:stretch>
            <a:fillRect/>
          </a:stretch>
        </p:blipFill>
        <p:spPr>
          <a:xfrm rot="5400000">
            <a:off x="2914272" y="908050"/>
            <a:ext cx="6363455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50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83C5-4E6D-3101-C6AD-F94392124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C4F53D-F94A-CD80-287A-58E1D42E5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0" t="19444" r="21875" b="7777"/>
          <a:stretch>
            <a:fillRect/>
          </a:stretch>
        </p:blipFill>
        <p:spPr>
          <a:xfrm rot="5400000">
            <a:off x="2666998" y="-2666998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075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2026-03-30T08:34:39Z</dcterms:created>
  <dcterms:modified xsi:type="dcterms:W3CDTF">2026-03-30T09:04:58Z</dcterms:modified>
</cp:coreProperties>
</file>